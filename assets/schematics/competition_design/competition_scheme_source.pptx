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Open Sans Light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pwsslQpHYjriFfGIFVAbgfk9R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font" Target="fonts/OpenSansLight-boldItalic.fntdata"/><Relationship Id="rId5" Type="http://schemas.openxmlformats.org/officeDocument/2006/relationships/slide" Target="slides/slide1.xml"/><Relationship Id="rId6" Type="http://schemas.openxmlformats.org/officeDocument/2006/relationships/font" Target="fonts/OpenSansLight-regular.fntdata"/><Relationship Id="rId7" Type="http://schemas.openxmlformats.org/officeDocument/2006/relationships/font" Target="fonts/OpenSansLight-bold.fntdata"/><Relationship Id="rId8" Type="http://schemas.openxmlformats.org/officeDocument/2006/relationships/font" Target="fonts/OpenSans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839788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7"/>
          <p:cNvGrpSpPr/>
          <p:nvPr/>
        </p:nvGrpSpPr>
        <p:grpSpPr>
          <a:xfrm>
            <a:off x="3454565" y="1369085"/>
            <a:ext cx="1118367" cy="1153200"/>
            <a:chOff x="348991" y="2942726"/>
            <a:chExt cx="1505582" cy="1521231"/>
          </a:xfrm>
        </p:grpSpPr>
        <p:sp>
          <p:nvSpPr>
            <p:cNvPr id="90" name="Google Shape;90;p7"/>
            <p:cNvSpPr/>
            <p:nvPr/>
          </p:nvSpPr>
          <p:spPr>
            <a:xfrm>
              <a:off x="348991" y="2942726"/>
              <a:ext cx="1505582" cy="1521231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" name="Google Shape;91;p7"/>
            <p:cNvGrpSpPr/>
            <p:nvPr/>
          </p:nvGrpSpPr>
          <p:grpSpPr>
            <a:xfrm>
              <a:off x="466568" y="3078001"/>
              <a:ext cx="879572" cy="791182"/>
              <a:chOff x="3596909" y="1528695"/>
              <a:chExt cx="1910188" cy="1718231"/>
            </a:xfrm>
          </p:grpSpPr>
          <p:sp>
            <p:nvSpPr>
              <p:cNvPr id="92" name="Google Shape;92;p7"/>
              <p:cNvSpPr/>
              <p:nvPr/>
            </p:nvSpPr>
            <p:spPr>
              <a:xfrm rot="-2330315">
                <a:off x="4568721" y="1773572"/>
                <a:ext cx="917972" cy="388690"/>
              </a:xfrm>
              <a:prstGeom prst="flowChartTerminator">
                <a:avLst/>
              </a:prstGeom>
              <a:gradFill>
                <a:gsLst>
                  <a:gs pos="0">
                    <a:srgbClr val="F5F7FC"/>
                  </a:gs>
                  <a:gs pos="2000">
                    <a:srgbClr val="F5F7FC"/>
                  </a:gs>
                  <a:gs pos="19000">
                    <a:srgbClr val="EEB2B1"/>
                  </a:gs>
                  <a:gs pos="56000">
                    <a:srgbClr val="DF7300"/>
                  </a:gs>
                  <a:gs pos="72000">
                    <a:srgbClr val="DF7300"/>
                  </a:gs>
                  <a:gs pos="90000">
                    <a:srgbClr val="B15B01"/>
                  </a:gs>
                  <a:gs pos="100000">
                    <a:srgbClr val="C00000"/>
                  </a:gs>
                </a:gsLst>
                <a:path path="circle">
                  <a:fillToRect b="50%" l="50%" r="50%" t="50%"/>
                </a:path>
                <a:tileRect/>
              </a:gradFill>
              <a:ln cap="rnd" cmpd="sng" w="38100">
                <a:solidFill>
                  <a:srgbClr val="B15B01">
                    <a:alpha val="4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7"/>
              <p:cNvSpPr/>
              <p:nvPr/>
            </p:nvSpPr>
            <p:spPr>
              <a:xfrm rot="-2330315">
                <a:off x="3535978" y="2555694"/>
                <a:ext cx="1377821" cy="2914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1905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94" name="Google Shape;94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rot="-2330315">
                <a:off x="5008536" y="1636380"/>
                <a:ext cx="68200" cy="1264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95" name="Google Shape;95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9685324">
                <a:off x="4825803" y="2267728"/>
                <a:ext cx="68200" cy="1264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" name="Google Shape;96;p7"/>
              <p:cNvSpPr/>
              <p:nvPr/>
            </p:nvSpPr>
            <p:spPr>
              <a:xfrm flipH="1" rot="8469685">
                <a:off x="3548569" y="2127674"/>
                <a:ext cx="1718930" cy="38731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19050">
                <a:solidFill>
                  <a:srgbClr val="FFC9C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7" name="Google Shape;97;p7"/>
            <p:cNvSpPr/>
            <p:nvPr/>
          </p:nvSpPr>
          <p:spPr>
            <a:xfrm rot="-612947">
              <a:off x="1228739" y="3564591"/>
              <a:ext cx="484182" cy="195001"/>
            </a:xfrm>
            <a:prstGeom prst="flowChartTerminator">
              <a:avLst/>
            </a:prstGeom>
            <a:gradFill>
              <a:gsLst>
                <a:gs pos="0">
                  <a:srgbClr val="F5F7FC"/>
                </a:gs>
                <a:gs pos="2000">
                  <a:srgbClr val="F5F7FC"/>
                </a:gs>
                <a:gs pos="19000">
                  <a:srgbClr val="EEB2B1"/>
                </a:gs>
                <a:gs pos="56000">
                  <a:srgbClr val="DF7300"/>
                </a:gs>
                <a:gs pos="72000">
                  <a:srgbClr val="DF7300"/>
                </a:gs>
                <a:gs pos="90000">
                  <a:srgbClr val="B15B01"/>
                </a:gs>
                <a:gs pos="100000">
                  <a:srgbClr val="C00000"/>
                </a:gs>
              </a:gsLst>
              <a:path path="circle">
                <a:fillToRect b="50%" l="50%" r="50%" t="50%"/>
              </a:path>
              <a:tileRect/>
            </a:gradFill>
            <a:ln cap="rnd" cmpd="sng" w="38100">
              <a:solidFill>
                <a:srgbClr val="B15B01">
                  <a:alpha val="4392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" name="Google Shape;98;p7"/>
            <p:cNvGrpSpPr/>
            <p:nvPr/>
          </p:nvGrpSpPr>
          <p:grpSpPr>
            <a:xfrm>
              <a:off x="719657" y="3597567"/>
              <a:ext cx="706875" cy="834977"/>
              <a:chOff x="4130436" y="2658491"/>
              <a:chExt cx="1535139" cy="1813340"/>
            </a:xfrm>
          </p:grpSpPr>
          <p:sp>
            <p:nvSpPr>
              <p:cNvPr id="99" name="Google Shape;99;p7"/>
              <p:cNvSpPr/>
              <p:nvPr/>
            </p:nvSpPr>
            <p:spPr>
              <a:xfrm rot="-7530038">
                <a:off x="4083853" y="2997650"/>
                <a:ext cx="1053780" cy="428285"/>
              </a:xfrm>
              <a:prstGeom prst="flowChartTerminator">
                <a:avLst/>
              </a:prstGeom>
              <a:gradFill>
                <a:gsLst>
                  <a:gs pos="0">
                    <a:srgbClr val="F5F7FC"/>
                  </a:gs>
                  <a:gs pos="2000">
                    <a:srgbClr val="F5F7FC"/>
                  </a:gs>
                  <a:gs pos="19000">
                    <a:srgbClr val="EEB2B1"/>
                  </a:gs>
                  <a:gs pos="56000">
                    <a:srgbClr val="DF7300"/>
                  </a:gs>
                  <a:gs pos="72000">
                    <a:srgbClr val="DF7300"/>
                  </a:gs>
                  <a:gs pos="90000">
                    <a:srgbClr val="B15B01"/>
                  </a:gs>
                  <a:gs pos="100000">
                    <a:srgbClr val="C00000"/>
                  </a:gs>
                </a:gsLst>
                <a:path path="circle">
                  <a:fillToRect b="50%" l="50%" r="50%" t="50%"/>
                </a:path>
                <a:tileRect/>
              </a:gradFill>
              <a:ln cap="rnd" cmpd="sng" w="38100">
                <a:solidFill>
                  <a:srgbClr val="B15B01">
                    <a:alpha val="4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 rot="-7530038">
                <a:off x="4719610" y="3798170"/>
                <a:ext cx="1031512" cy="321095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1905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01" name="Google Shape;101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4485601">
                <a:off x="4969763" y="3363441"/>
                <a:ext cx="78290" cy="1393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2" name="Google Shape;102;p7"/>
          <p:cNvGrpSpPr/>
          <p:nvPr/>
        </p:nvGrpSpPr>
        <p:grpSpPr>
          <a:xfrm>
            <a:off x="3389851" y="3527833"/>
            <a:ext cx="1158791" cy="1150228"/>
            <a:chOff x="369459" y="1049799"/>
            <a:chExt cx="1562236" cy="1550691"/>
          </a:xfrm>
        </p:grpSpPr>
        <p:sp>
          <p:nvSpPr>
            <p:cNvPr id="103" name="Google Shape;103;p7"/>
            <p:cNvSpPr/>
            <p:nvPr/>
          </p:nvSpPr>
          <p:spPr>
            <a:xfrm>
              <a:off x="396957" y="1049799"/>
              <a:ext cx="1534738" cy="1550691"/>
            </a:xfrm>
            <a:prstGeom prst="ellipse">
              <a:avLst/>
            </a:prstGeom>
            <a:solidFill>
              <a:schemeClr val="lt1"/>
            </a:solidFill>
            <a:ln cap="flat" cmpd="sng" w="222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" name="Google Shape;104;p7"/>
            <p:cNvGrpSpPr/>
            <p:nvPr/>
          </p:nvGrpSpPr>
          <p:grpSpPr>
            <a:xfrm rot="-2410031">
              <a:off x="332850" y="1453246"/>
              <a:ext cx="1113388" cy="293567"/>
              <a:chOff x="7152924" y="4724008"/>
              <a:chExt cx="3451286" cy="909998"/>
            </a:xfrm>
          </p:grpSpPr>
          <p:sp>
            <p:nvSpPr>
              <p:cNvPr id="105" name="Google Shape;105;p7"/>
              <p:cNvSpPr/>
              <p:nvPr/>
            </p:nvSpPr>
            <p:spPr>
              <a:xfrm>
                <a:off x="9277690" y="4898315"/>
                <a:ext cx="1326520" cy="565738"/>
              </a:xfrm>
              <a:prstGeom prst="flowChartTerminator">
                <a:avLst/>
              </a:prstGeom>
              <a:gradFill>
                <a:gsLst>
                  <a:gs pos="0">
                    <a:srgbClr val="F5F7FC"/>
                  </a:gs>
                  <a:gs pos="74000">
                    <a:srgbClr val="00C29A"/>
                  </a:gs>
                  <a:gs pos="83000">
                    <a:srgbClr val="00AB86"/>
                  </a:gs>
                  <a:gs pos="100000">
                    <a:srgbClr val="00F3C0"/>
                  </a:gs>
                </a:gsLst>
                <a:path path="circle">
                  <a:fillToRect b="50%" l="50%" r="50%" t="50%"/>
                </a:path>
                <a:tileRect/>
              </a:gradFill>
              <a:ln cap="rnd" cmpd="sng" w="38100">
                <a:solidFill>
                  <a:srgbClr val="00745C">
                    <a:alpha val="4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7"/>
              <p:cNvSpPr/>
              <p:nvPr/>
            </p:nvSpPr>
            <p:spPr>
              <a:xfrm>
                <a:off x="7276867" y="5075527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2540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 flipH="1" rot="10800000">
                <a:off x="7465104" y="4818914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19050">
                <a:solidFill>
                  <a:srgbClr val="FF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7"/>
              <p:cNvSpPr/>
              <p:nvPr/>
            </p:nvSpPr>
            <p:spPr>
              <a:xfrm>
                <a:off x="7250172" y="5044805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19050">
                <a:solidFill>
                  <a:srgbClr val="FF9F9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09" name="Google Shape;109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97714" y="4794090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10" name="Google Shape;110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10800000">
                <a:off x="9842360" y="5379876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11" name="Google Shape;111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-9584361">
                <a:off x="9378865" y="5367864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12" name="Google Shape;112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rot="-468768">
                <a:off x="9550683" y="4790115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" name="Google Shape;113;p7"/>
              <p:cNvSpPr/>
              <p:nvPr/>
            </p:nvSpPr>
            <p:spPr>
              <a:xfrm flipH="1" rot="10800000">
                <a:off x="7597020" y="4726950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19050">
                <a:solidFill>
                  <a:srgbClr val="FFC9C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14" name="Google Shape;114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726288" y="4794090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5" name="Google Shape;115;p7"/>
              <p:cNvSpPr/>
              <p:nvPr/>
            </p:nvSpPr>
            <p:spPr>
              <a:xfrm>
                <a:off x="7299906" y="5072585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1905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7"/>
              <p:cNvSpPr/>
              <p:nvPr/>
            </p:nvSpPr>
            <p:spPr>
              <a:xfrm flipH="1" rot="10800000">
                <a:off x="7152924" y="4724008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15875">
                <a:solidFill>
                  <a:srgbClr val="FF66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" name="Google Shape;117;p7"/>
            <p:cNvGrpSpPr/>
            <p:nvPr/>
          </p:nvGrpSpPr>
          <p:grpSpPr>
            <a:xfrm rot="4502775">
              <a:off x="1005634" y="1577733"/>
              <a:ext cx="1113389" cy="293567"/>
              <a:chOff x="7152924" y="4724008"/>
              <a:chExt cx="3451286" cy="909998"/>
            </a:xfrm>
          </p:grpSpPr>
          <p:sp>
            <p:nvSpPr>
              <p:cNvPr id="118" name="Google Shape;118;p7"/>
              <p:cNvSpPr/>
              <p:nvPr/>
            </p:nvSpPr>
            <p:spPr>
              <a:xfrm>
                <a:off x="9277690" y="4898315"/>
                <a:ext cx="1326520" cy="565738"/>
              </a:xfrm>
              <a:prstGeom prst="flowChartTerminator">
                <a:avLst/>
              </a:prstGeom>
              <a:gradFill>
                <a:gsLst>
                  <a:gs pos="0">
                    <a:srgbClr val="F5F7FC"/>
                  </a:gs>
                  <a:gs pos="74000">
                    <a:srgbClr val="00C29A"/>
                  </a:gs>
                  <a:gs pos="83000">
                    <a:srgbClr val="00AB86"/>
                  </a:gs>
                  <a:gs pos="100000">
                    <a:srgbClr val="00F3C0"/>
                  </a:gs>
                </a:gsLst>
                <a:path path="circle">
                  <a:fillToRect b="50%" l="50%" r="50%" t="50%"/>
                </a:path>
                <a:tileRect/>
              </a:gradFill>
              <a:ln cap="rnd" cmpd="sng" w="38100">
                <a:solidFill>
                  <a:srgbClr val="00745C">
                    <a:alpha val="4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7"/>
              <p:cNvSpPr/>
              <p:nvPr/>
            </p:nvSpPr>
            <p:spPr>
              <a:xfrm>
                <a:off x="7276867" y="5075527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2540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7"/>
              <p:cNvSpPr/>
              <p:nvPr/>
            </p:nvSpPr>
            <p:spPr>
              <a:xfrm flipH="1" rot="10800000">
                <a:off x="7465104" y="4818914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19050">
                <a:solidFill>
                  <a:srgbClr val="FF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7"/>
              <p:cNvSpPr/>
              <p:nvPr/>
            </p:nvSpPr>
            <p:spPr>
              <a:xfrm>
                <a:off x="7250172" y="5044805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19050">
                <a:solidFill>
                  <a:srgbClr val="FF9F9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22" name="Google Shape;122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97714" y="4794090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23" name="Google Shape;123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10800000">
                <a:off x="9842360" y="5379876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24" name="Google Shape;124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-9584361">
                <a:off x="9378865" y="5367864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25" name="Google Shape;125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rot="-468768">
                <a:off x="9550683" y="4790115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" name="Google Shape;126;p7"/>
              <p:cNvSpPr/>
              <p:nvPr/>
            </p:nvSpPr>
            <p:spPr>
              <a:xfrm flipH="1" rot="10800000">
                <a:off x="7597020" y="4726950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19050">
                <a:solidFill>
                  <a:srgbClr val="FFC9C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27" name="Google Shape;127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726288" y="4794090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7"/>
              <p:cNvSpPr/>
              <p:nvPr/>
            </p:nvSpPr>
            <p:spPr>
              <a:xfrm>
                <a:off x="7299906" y="5072585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15875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7"/>
              <p:cNvSpPr/>
              <p:nvPr/>
            </p:nvSpPr>
            <p:spPr>
              <a:xfrm flipH="1" rot="10800000">
                <a:off x="7152924" y="4724008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19050">
                <a:solidFill>
                  <a:srgbClr val="FF66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7"/>
            <p:cNvGrpSpPr/>
            <p:nvPr/>
          </p:nvGrpSpPr>
          <p:grpSpPr>
            <a:xfrm rot="-9523954">
              <a:off x="530206" y="2039115"/>
              <a:ext cx="1113388" cy="293567"/>
              <a:chOff x="7152924" y="4724008"/>
              <a:chExt cx="3451286" cy="909998"/>
            </a:xfrm>
          </p:grpSpPr>
          <p:sp>
            <p:nvSpPr>
              <p:cNvPr id="131" name="Google Shape;131;p7"/>
              <p:cNvSpPr/>
              <p:nvPr/>
            </p:nvSpPr>
            <p:spPr>
              <a:xfrm>
                <a:off x="9277690" y="4898315"/>
                <a:ext cx="1326520" cy="565738"/>
              </a:xfrm>
              <a:prstGeom prst="flowChartTerminator">
                <a:avLst/>
              </a:prstGeom>
              <a:gradFill>
                <a:gsLst>
                  <a:gs pos="0">
                    <a:srgbClr val="F5F7FC"/>
                  </a:gs>
                  <a:gs pos="74000">
                    <a:srgbClr val="00C29A"/>
                  </a:gs>
                  <a:gs pos="83000">
                    <a:srgbClr val="00AB86"/>
                  </a:gs>
                  <a:gs pos="100000">
                    <a:srgbClr val="00F3C0"/>
                  </a:gs>
                </a:gsLst>
                <a:path path="circle">
                  <a:fillToRect b="50%" l="50%" r="50%" t="50%"/>
                </a:path>
                <a:tileRect/>
              </a:gradFill>
              <a:ln cap="rnd" cmpd="sng" w="38100">
                <a:solidFill>
                  <a:srgbClr val="00745C">
                    <a:alpha val="4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7"/>
              <p:cNvSpPr/>
              <p:nvPr/>
            </p:nvSpPr>
            <p:spPr>
              <a:xfrm>
                <a:off x="7276867" y="5075527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2540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7"/>
              <p:cNvSpPr/>
              <p:nvPr/>
            </p:nvSpPr>
            <p:spPr>
              <a:xfrm flipH="1" rot="10800000">
                <a:off x="7465104" y="4818914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19050">
                <a:solidFill>
                  <a:srgbClr val="FF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7"/>
              <p:cNvSpPr/>
              <p:nvPr/>
            </p:nvSpPr>
            <p:spPr>
              <a:xfrm>
                <a:off x="7250172" y="5044805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19050">
                <a:solidFill>
                  <a:srgbClr val="FF9F9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35" name="Google Shape;135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97714" y="4794090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36" name="Google Shape;136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10800000">
                <a:off x="9842360" y="5379876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37" name="Google Shape;137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-9584361">
                <a:off x="9378865" y="5367864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38" name="Google Shape;138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rot="-468768">
                <a:off x="9550683" y="4790115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" name="Google Shape;139;p7"/>
              <p:cNvSpPr/>
              <p:nvPr/>
            </p:nvSpPr>
            <p:spPr>
              <a:xfrm flipH="1" rot="10800000">
                <a:off x="7597020" y="4726950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19050">
                <a:solidFill>
                  <a:srgbClr val="FFC9C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40" name="Google Shape;140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726288" y="4794090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" name="Google Shape;141;p7"/>
              <p:cNvSpPr/>
              <p:nvPr/>
            </p:nvSpPr>
            <p:spPr>
              <a:xfrm>
                <a:off x="7299906" y="5072585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15875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 flipH="1" rot="10800000">
                <a:off x="7152924" y="4724008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19050">
                <a:solidFill>
                  <a:srgbClr val="FF66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3" name="Google Shape;143;p7"/>
          <p:cNvGrpSpPr/>
          <p:nvPr/>
        </p:nvGrpSpPr>
        <p:grpSpPr>
          <a:xfrm>
            <a:off x="4611193" y="1901716"/>
            <a:ext cx="2581414" cy="2489183"/>
            <a:chOff x="2495471" y="1390217"/>
            <a:chExt cx="2632257" cy="2538210"/>
          </a:xfrm>
        </p:grpSpPr>
        <p:sp>
          <p:nvSpPr>
            <p:cNvPr id="144" name="Google Shape;144;p7"/>
            <p:cNvSpPr/>
            <p:nvPr/>
          </p:nvSpPr>
          <p:spPr>
            <a:xfrm>
              <a:off x="2495471" y="1390217"/>
              <a:ext cx="2527079" cy="2538210"/>
            </a:xfrm>
            <a:prstGeom prst="ellipse">
              <a:avLst/>
            </a:prstGeom>
            <a:solidFill>
              <a:schemeClr val="lt1"/>
            </a:solidFill>
            <a:ln cap="flat" cmpd="sng" w="222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" name="Google Shape;145;p7"/>
            <p:cNvGrpSpPr/>
            <p:nvPr/>
          </p:nvGrpSpPr>
          <p:grpSpPr>
            <a:xfrm rot="-2410031">
              <a:off x="2680059" y="1853462"/>
              <a:ext cx="1342861" cy="354071"/>
              <a:chOff x="7152924" y="4724008"/>
              <a:chExt cx="3451286" cy="909998"/>
            </a:xfrm>
          </p:grpSpPr>
          <p:sp>
            <p:nvSpPr>
              <p:cNvPr id="146" name="Google Shape;146;p7"/>
              <p:cNvSpPr/>
              <p:nvPr/>
            </p:nvSpPr>
            <p:spPr>
              <a:xfrm>
                <a:off x="9277690" y="4898315"/>
                <a:ext cx="1326520" cy="565738"/>
              </a:xfrm>
              <a:prstGeom prst="flowChartTerminator">
                <a:avLst/>
              </a:prstGeom>
              <a:gradFill>
                <a:gsLst>
                  <a:gs pos="0">
                    <a:srgbClr val="F5F7FC"/>
                  </a:gs>
                  <a:gs pos="74000">
                    <a:srgbClr val="00C29A"/>
                  </a:gs>
                  <a:gs pos="83000">
                    <a:srgbClr val="00AB86"/>
                  </a:gs>
                  <a:gs pos="100000">
                    <a:srgbClr val="00F3C0"/>
                  </a:gs>
                </a:gsLst>
                <a:path path="circle">
                  <a:fillToRect b="50%" l="50%" r="50%" t="50%"/>
                </a:path>
                <a:tileRect/>
              </a:gradFill>
              <a:ln cap="rnd" cmpd="sng" w="38100">
                <a:solidFill>
                  <a:srgbClr val="00745C">
                    <a:alpha val="4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7276867" y="5075527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2540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 flipH="1" rot="10800000">
                <a:off x="7465104" y="4818914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25400">
                <a:solidFill>
                  <a:srgbClr val="FF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7"/>
              <p:cNvSpPr/>
              <p:nvPr/>
            </p:nvSpPr>
            <p:spPr>
              <a:xfrm>
                <a:off x="7250172" y="5044805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25400">
                <a:solidFill>
                  <a:srgbClr val="FF9F9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50" name="Google Shape;150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97714" y="4794090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51" name="Google Shape;151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10800000">
                <a:off x="9842360" y="5379876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52" name="Google Shape;152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-9584361">
                <a:off x="9378865" y="5367864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53" name="Google Shape;153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rot="-468768">
                <a:off x="9550683" y="4790115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4" name="Google Shape;154;p7"/>
              <p:cNvSpPr/>
              <p:nvPr/>
            </p:nvSpPr>
            <p:spPr>
              <a:xfrm flipH="1" rot="10800000">
                <a:off x="7597020" y="4726950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25400">
                <a:solidFill>
                  <a:srgbClr val="FFC9C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55" name="Google Shape;155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726288" y="4794090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6" name="Google Shape;156;p7"/>
              <p:cNvSpPr/>
              <p:nvPr/>
            </p:nvSpPr>
            <p:spPr>
              <a:xfrm>
                <a:off x="7299906" y="5072585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2540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 flipH="1" rot="10800000">
                <a:off x="7152924" y="4724008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25400">
                <a:solidFill>
                  <a:srgbClr val="FF66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" name="Google Shape;158;p7"/>
            <p:cNvGrpSpPr/>
            <p:nvPr/>
          </p:nvGrpSpPr>
          <p:grpSpPr>
            <a:xfrm rot="4775675">
              <a:off x="3504229" y="2545212"/>
              <a:ext cx="1342861" cy="354071"/>
              <a:chOff x="7152924" y="4724008"/>
              <a:chExt cx="3451286" cy="909998"/>
            </a:xfrm>
          </p:grpSpPr>
          <p:sp>
            <p:nvSpPr>
              <p:cNvPr id="159" name="Google Shape;159;p7"/>
              <p:cNvSpPr/>
              <p:nvPr/>
            </p:nvSpPr>
            <p:spPr>
              <a:xfrm>
                <a:off x="9277690" y="4898315"/>
                <a:ext cx="1326520" cy="565738"/>
              </a:xfrm>
              <a:prstGeom prst="flowChartTerminator">
                <a:avLst/>
              </a:prstGeom>
              <a:gradFill>
                <a:gsLst>
                  <a:gs pos="0">
                    <a:srgbClr val="F5F7FC"/>
                  </a:gs>
                  <a:gs pos="74000">
                    <a:srgbClr val="00C29A"/>
                  </a:gs>
                  <a:gs pos="83000">
                    <a:srgbClr val="00AB86"/>
                  </a:gs>
                  <a:gs pos="100000">
                    <a:srgbClr val="00F3C0"/>
                  </a:gs>
                </a:gsLst>
                <a:path path="circle">
                  <a:fillToRect b="50%" l="50%" r="50%" t="50%"/>
                </a:path>
                <a:tileRect/>
              </a:gradFill>
              <a:ln cap="rnd" cmpd="sng" w="38100">
                <a:solidFill>
                  <a:srgbClr val="00745C">
                    <a:alpha val="4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7276867" y="5075527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2540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 flipH="1" rot="10800000">
                <a:off x="7465104" y="4818914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25400">
                <a:solidFill>
                  <a:srgbClr val="FF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7250172" y="5044805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25400">
                <a:solidFill>
                  <a:srgbClr val="FF9F9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63" name="Google Shape;163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97714" y="4794090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64" name="Google Shape;164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10800000">
                <a:off x="9842360" y="5379876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65" name="Google Shape;165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-9584361">
                <a:off x="9378865" y="5367864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66" name="Google Shape;166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rot="-468768">
                <a:off x="9550683" y="4790115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7" name="Google Shape;167;p7"/>
              <p:cNvSpPr/>
              <p:nvPr/>
            </p:nvSpPr>
            <p:spPr>
              <a:xfrm flipH="1" rot="10800000">
                <a:off x="7597020" y="4726950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25400">
                <a:solidFill>
                  <a:srgbClr val="FFC9C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68" name="Google Shape;168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726288" y="4794090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" name="Google Shape;169;p7"/>
              <p:cNvSpPr/>
              <p:nvPr/>
            </p:nvSpPr>
            <p:spPr>
              <a:xfrm>
                <a:off x="7299906" y="5072585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2540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 flipH="1" rot="10800000">
                <a:off x="7152924" y="4724008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25400">
                <a:solidFill>
                  <a:srgbClr val="FF66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" name="Google Shape;171;p7"/>
            <p:cNvGrpSpPr/>
            <p:nvPr/>
          </p:nvGrpSpPr>
          <p:grpSpPr>
            <a:xfrm rot="2186110">
              <a:off x="2675227" y="3085729"/>
              <a:ext cx="1342861" cy="354071"/>
              <a:chOff x="7152924" y="4724008"/>
              <a:chExt cx="3451286" cy="909998"/>
            </a:xfrm>
          </p:grpSpPr>
          <p:sp>
            <p:nvSpPr>
              <p:cNvPr id="172" name="Google Shape;172;p7"/>
              <p:cNvSpPr/>
              <p:nvPr/>
            </p:nvSpPr>
            <p:spPr>
              <a:xfrm>
                <a:off x="9277690" y="4898315"/>
                <a:ext cx="1326520" cy="565738"/>
              </a:xfrm>
              <a:prstGeom prst="flowChartTerminator">
                <a:avLst/>
              </a:prstGeom>
              <a:gradFill>
                <a:gsLst>
                  <a:gs pos="0">
                    <a:srgbClr val="F5F7FC"/>
                  </a:gs>
                  <a:gs pos="74000">
                    <a:srgbClr val="00C29A"/>
                  </a:gs>
                  <a:gs pos="83000">
                    <a:srgbClr val="00AB86"/>
                  </a:gs>
                  <a:gs pos="100000">
                    <a:srgbClr val="00F3C0"/>
                  </a:gs>
                </a:gsLst>
                <a:path path="circle">
                  <a:fillToRect b="50%" l="50%" r="50%" t="50%"/>
                </a:path>
                <a:tileRect/>
              </a:gradFill>
              <a:ln cap="rnd" cmpd="sng" w="38100">
                <a:solidFill>
                  <a:srgbClr val="00745C">
                    <a:alpha val="4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7276867" y="5075527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3810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 flipH="1" rot="10800000">
                <a:off x="7465104" y="4818914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25400">
                <a:solidFill>
                  <a:srgbClr val="FF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7250172" y="5044805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25400">
                <a:solidFill>
                  <a:srgbClr val="FF9F9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76" name="Google Shape;176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97714" y="4794090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77" name="Google Shape;177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10800000">
                <a:off x="9842360" y="5379876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78" name="Google Shape;178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-9584361">
                <a:off x="9378865" y="5367864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79" name="Google Shape;179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rot="-468768">
                <a:off x="9550683" y="4790115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0" name="Google Shape;180;p7"/>
              <p:cNvSpPr/>
              <p:nvPr/>
            </p:nvSpPr>
            <p:spPr>
              <a:xfrm flipH="1" rot="10800000">
                <a:off x="7597020" y="4726950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25400">
                <a:solidFill>
                  <a:srgbClr val="FFC9C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81" name="Google Shape;181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726288" y="4794090"/>
                <a:ext cx="103750" cy="1923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" name="Google Shape;182;p7"/>
              <p:cNvSpPr/>
              <p:nvPr/>
            </p:nvSpPr>
            <p:spPr>
              <a:xfrm>
                <a:off x="7299906" y="5072585"/>
                <a:ext cx="2096024" cy="4433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2540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7"/>
              <p:cNvSpPr/>
              <p:nvPr/>
            </p:nvSpPr>
            <p:spPr>
              <a:xfrm flipH="1" rot="10800000">
                <a:off x="7152924" y="4724008"/>
                <a:ext cx="2614942" cy="58920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25400">
                <a:solidFill>
                  <a:srgbClr val="FF66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4" name="Google Shape;184;p7"/>
            <p:cNvGrpSpPr/>
            <p:nvPr/>
          </p:nvGrpSpPr>
          <p:grpSpPr>
            <a:xfrm rot="1138379">
              <a:off x="2870764" y="2025289"/>
              <a:ext cx="1081399" cy="972728"/>
              <a:chOff x="3596909" y="1528695"/>
              <a:chExt cx="1910188" cy="1718231"/>
            </a:xfrm>
          </p:grpSpPr>
          <p:sp>
            <p:nvSpPr>
              <p:cNvPr id="185" name="Google Shape;185;p7"/>
              <p:cNvSpPr/>
              <p:nvPr/>
            </p:nvSpPr>
            <p:spPr>
              <a:xfrm rot="-2330315">
                <a:off x="4568721" y="1773572"/>
                <a:ext cx="917972" cy="388690"/>
              </a:xfrm>
              <a:prstGeom prst="flowChartTerminator">
                <a:avLst/>
              </a:prstGeom>
              <a:gradFill>
                <a:gsLst>
                  <a:gs pos="0">
                    <a:srgbClr val="F5F7FC"/>
                  </a:gs>
                  <a:gs pos="2000">
                    <a:srgbClr val="F5F7FC"/>
                  </a:gs>
                  <a:gs pos="19000">
                    <a:srgbClr val="EEB2B1"/>
                  </a:gs>
                  <a:gs pos="56000">
                    <a:srgbClr val="DF7300"/>
                  </a:gs>
                  <a:gs pos="72000">
                    <a:srgbClr val="DF7300"/>
                  </a:gs>
                  <a:gs pos="90000">
                    <a:srgbClr val="B15B01"/>
                  </a:gs>
                  <a:gs pos="100000">
                    <a:srgbClr val="C00000"/>
                  </a:gs>
                </a:gsLst>
                <a:path path="circle">
                  <a:fillToRect b="50%" l="50%" r="50%" t="50%"/>
                </a:path>
                <a:tileRect/>
              </a:gradFill>
              <a:ln cap="rnd" cmpd="sng" w="38100">
                <a:solidFill>
                  <a:srgbClr val="B15B01">
                    <a:alpha val="4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 rot="-2330315">
                <a:off x="3535978" y="2555694"/>
                <a:ext cx="1377821" cy="291410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2540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87" name="Google Shape;187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rot="-2330315">
                <a:off x="5008536" y="1636380"/>
                <a:ext cx="68200" cy="1264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BB-schematic2.pdf" id="188" name="Google Shape;188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9685324">
                <a:off x="4825803" y="2267728"/>
                <a:ext cx="68200" cy="1264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9" name="Google Shape;189;p7"/>
              <p:cNvSpPr/>
              <p:nvPr/>
            </p:nvSpPr>
            <p:spPr>
              <a:xfrm flipH="1" rot="8469685">
                <a:off x="3548569" y="2127674"/>
                <a:ext cx="1718930" cy="387311"/>
              </a:xfrm>
              <a:custGeom>
                <a:rect b="b" l="l" r="r" t="t"/>
                <a:pathLst>
                  <a:path extrusionOk="0" h="1470850" w="6527800">
                    <a:moveTo>
                      <a:pt x="6527800" y="1244337"/>
                    </a:moveTo>
                    <a:cubicBezTo>
                      <a:pt x="6143978" y="1380509"/>
                      <a:pt x="5760156" y="1516681"/>
                      <a:pt x="5393267" y="1456003"/>
                    </a:cubicBezTo>
                    <a:cubicBezTo>
                      <a:pt x="5026378" y="1395325"/>
                      <a:pt x="4625622" y="1098992"/>
                      <a:pt x="4326467" y="880270"/>
                    </a:cubicBezTo>
                    <a:cubicBezTo>
                      <a:pt x="4027312" y="661548"/>
                      <a:pt x="3769078" y="287603"/>
                      <a:pt x="3598334" y="143670"/>
                    </a:cubicBezTo>
                    <a:cubicBezTo>
                      <a:pt x="3427589" y="-263"/>
                      <a:pt x="3450167" y="-21430"/>
                      <a:pt x="3302000" y="16670"/>
                    </a:cubicBezTo>
                    <a:cubicBezTo>
                      <a:pt x="3153833" y="54770"/>
                      <a:pt x="2846212" y="281959"/>
                      <a:pt x="2709334" y="372270"/>
                    </a:cubicBezTo>
                    <a:cubicBezTo>
                      <a:pt x="2572456" y="462581"/>
                      <a:pt x="2604912" y="598048"/>
                      <a:pt x="2480734" y="558537"/>
                    </a:cubicBezTo>
                    <a:cubicBezTo>
                      <a:pt x="2356556" y="519026"/>
                      <a:pt x="2140656" y="180359"/>
                      <a:pt x="1964267" y="135203"/>
                    </a:cubicBezTo>
                    <a:cubicBezTo>
                      <a:pt x="1787878" y="90047"/>
                      <a:pt x="1570567" y="236803"/>
                      <a:pt x="1422400" y="287603"/>
                    </a:cubicBezTo>
                    <a:cubicBezTo>
                      <a:pt x="1274233" y="338403"/>
                      <a:pt x="1229078" y="469636"/>
                      <a:pt x="1075267" y="440003"/>
                    </a:cubicBezTo>
                    <a:cubicBezTo>
                      <a:pt x="921456" y="410370"/>
                      <a:pt x="647701" y="139436"/>
                      <a:pt x="499534" y="109803"/>
                    </a:cubicBezTo>
                    <a:cubicBezTo>
                      <a:pt x="351367" y="80170"/>
                      <a:pt x="269523" y="201525"/>
                      <a:pt x="186267" y="262203"/>
                    </a:cubicBezTo>
                    <a:cubicBezTo>
                      <a:pt x="103011" y="322881"/>
                      <a:pt x="22578" y="441414"/>
                      <a:pt x="0" y="473870"/>
                    </a:cubicBezTo>
                  </a:path>
                </a:pathLst>
              </a:custGeom>
              <a:noFill/>
              <a:ln cap="flat" cmpd="sng" w="25400">
                <a:solidFill>
                  <a:srgbClr val="FFC9C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" name="Google Shape;190;p7"/>
            <p:cNvSpPr/>
            <p:nvPr/>
          </p:nvSpPr>
          <p:spPr>
            <a:xfrm rot="1248217">
              <a:off x="3281757" y="2815430"/>
              <a:ext cx="595283" cy="239746"/>
            </a:xfrm>
            <a:prstGeom prst="flowChartTerminator">
              <a:avLst/>
            </a:prstGeom>
            <a:gradFill>
              <a:gsLst>
                <a:gs pos="0">
                  <a:srgbClr val="F5F7FC"/>
                </a:gs>
                <a:gs pos="2000">
                  <a:srgbClr val="F5F7FC"/>
                </a:gs>
                <a:gs pos="19000">
                  <a:srgbClr val="EEB2B1"/>
                </a:gs>
                <a:gs pos="56000">
                  <a:srgbClr val="DF7300"/>
                </a:gs>
                <a:gs pos="72000">
                  <a:srgbClr val="DF7300"/>
                </a:gs>
                <a:gs pos="90000">
                  <a:srgbClr val="B15B01"/>
                </a:gs>
                <a:gs pos="100000">
                  <a:srgbClr val="C00000"/>
                </a:gs>
              </a:gsLst>
              <a:path path="circle">
                <a:fillToRect b="50%" l="50%" r="50%" t="50%"/>
              </a:path>
              <a:tileRect/>
            </a:gradFill>
            <a:ln cap="rnd" cmpd="sng" w="38100">
              <a:solidFill>
                <a:srgbClr val="B15B01">
                  <a:alpha val="4392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" name="Google Shape;191;p7"/>
            <p:cNvGrpSpPr/>
            <p:nvPr/>
          </p:nvGrpSpPr>
          <p:grpSpPr>
            <a:xfrm rot="1149400">
              <a:off x="4114279" y="1872902"/>
              <a:ext cx="869076" cy="1026570"/>
              <a:chOff x="4130436" y="2658491"/>
              <a:chExt cx="1535139" cy="1813340"/>
            </a:xfrm>
          </p:grpSpPr>
          <p:sp>
            <p:nvSpPr>
              <p:cNvPr id="192" name="Google Shape;192;p7"/>
              <p:cNvSpPr/>
              <p:nvPr/>
            </p:nvSpPr>
            <p:spPr>
              <a:xfrm rot="-7530038">
                <a:off x="4083852" y="2997650"/>
                <a:ext cx="1053780" cy="428284"/>
              </a:xfrm>
              <a:prstGeom prst="flowChartTerminator">
                <a:avLst/>
              </a:prstGeom>
              <a:gradFill>
                <a:gsLst>
                  <a:gs pos="0">
                    <a:srgbClr val="F5F7FC"/>
                  </a:gs>
                  <a:gs pos="2000">
                    <a:srgbClr val="F5F7FC"/>
                  </a:gs>
                  <a:gs pos="19000">
                    <a:srgbClr val="EEB2B1"/>
                  </a:gs>
                  <a:gs pos="56000">
                    <a:srgbClr val="DF7300"/>
                  </a:gs>
                  <a:gs pos="72000">
                    <a:srgbClr val="DF7300"/>
                  </a:gs>
                  <a:gs pos="90000">
                    <a:srgbClr val="B15B01"/>
                  </a:gs>
                  <a:gs pos="100000">
                    <a:srgbClr val="C00000"/>
                  </a:gs>
                </a:gsLst>
                <a:path path="circle">
                  <a:fillToRect b="50%" l="50%" r="50%" t="50%"/>
                </a:path>
                <a:tileRect/>
              </a:gradFill>
              <a:ln cap="rnd" cmpd="sng" w="38100">
                <a:solidFill>
                  <a:srgbClr val="B15B01">
                    <a:alpha val="4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7"/>
              <p:cNvSpPr/>
              <p:nvPr/>
            </p:nvSpPr>
            <p:spPr>
              <a:xfrm rot="-7530038">
                <a:off x="4719610" y="3798170"/>
                <a:ext cx="1031512" cy="321095"/>
              </a:xfrm>
              <a:custGeom>
                <a:rect b="b" l="l" r="r" t="t"/>
                <a:pathLst>
                  <a:path extrusionOk="0" h="1106656" w="5232400">
                    <a:moveTo>
                      <a:pt x="5232400" y="1104813"/>
                    </a:moveTo>
                    <a:cubicBezTo>
                      <a:pt x="4971344" y="1109752"/>
                      <a:pt x="4710289" y="1114691"/>
                      <a:pt x="4487333" y="977813"/>
                    </a:cubicBezTo>
                    <a:cubicBezTo>
                      <a:pt x="4264377" y="840935"/>
                      <a:pt x="4083755" y="445825"/>
                      <a:pt x="3894666" y="283547"/>
                    </a:cubicBezTo>
                    <a:cubicBezTo>
                      <a:pt x="3705577" y="121269"/>
                      <a:pt x="3557411" y="-26897"/>
                      <a:pt x="3352800" y="4147"/>
                    </a:cubicBezTo>
                    <a:cubicBezTo>
                      <a:pt x="3148189" y="35191"/>
                      <a:pt x="2878667" y="441591"/>
                      <a:pt x="2667000" y="469813"/>
                    </a:cubicBezTo>
                    <a:cubicBezTo>
                      <a:pt x="2455333" y="498035"/>
                      <a:pt x="2225322" y="249680"/>
                      <a:pt x="2082800" y="173480"/>
                    </a:cubicBezTo>
                    <a:cubicBezTo>
                      <a:pt x="1940278" y="97280"/>
                      <a:pt x="1961444" y="-25487"/>
                      <a:pt x="1811866" y="12613"/>
                    </a:cubicBezTo>
                    <a:cubicBezTo>
                      <a:pt x="1662288" y="50713"/>
                      <a:pt x="1397000" y="361158"/>
                      <a:pt x="1185333" y="402080"/>
                    </a:cubicBezTo>
                    <a:cubicBezTo>
                      <a:pt x="973666" y="443002"/>
                      <a:pt x="739421" y="262380"/>
                      <a:pt x="541866" y="258147"/>
                    </a:cubicBezTo>
                    <a:cubicBezTo>
                      <a:pt x="344311" y="253914"/>
                      <a:pt x="172155" y="315297"/>
                      <a:pt x="0" y="376680"/>
                    </a:cubicBezTo>
                  </a:path>
                </a:pathLst>
              </a:custGeom>
              <a:noFill/>
              <a:ln cap="flat" cmpd="sng" w="25400">
                <a:solidFill>
                  <a:srgbClr val="EA75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HBB-schematic2.pdf" id="194" name="Google Shape;194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4485601">
                <a:off x="4969763" y="3363441"/>
                <a:ext cx="78290" cy="1393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5" name="Google Shape;195;p7"/>
          <p:cNvGrpSpPr/>
          <p:nvPr/>
        </p:nvGrpSpPr>
        <p:grpSpPr>
          <a:xfrm>
            <a:off x="7307888" y="3388561"/>
            <a:ext cx="2734347" cy="2242478"/>
            <a:chOff x="26308398" y="24282005"/>
            <a:chExt cx="1620075" cy="1328647"/>
          </a:xfrm>
        </p:grpSpPr>
        <p:grpSp>
          <p:nvGrpSpPr>
            <p:cNvPr id="196" name="Google Shape;196;p7"/>
            <p:cNvGrpSpPr/>
            <p:nvPr/>
          </p:nvGrpSpPr>
          <p:grpSpPr>
            <a:xfrm>
              <a:off x="26308398" y="24282005"/>
              <a:ext cx="1436623" cy="1328647"/>
              <a:chOff x="26308398" y="24282005"/>
              <a:chExt cx="1436623" cy="1328647"/>
            </a:xfrm>
          </p:grpSpPr>
          <p:grpSp>
            <p:nvGrpSpPr>
              <p:cNvPr id="197" name="Google Shape;197;p7"/>
              <p:cNvGrpSpPr/>
              <p:nvPr/>
            </p:nvGrpSpPr>
            <p:grpSpPr>
              <a:xfrm>
                <a:off x="26308398" y="24282005"/>
                <a:ext cx="1325527" cy="1328647"/>
                <a:chOff x="22293365" y="34059205"/>
                <a:chExt cx="1850488" cy="1839904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22293365" y="34059205"/>
                  <a:ext cx="1850488" cy="1839904"/>
                </a:xfrm>
                <a:prstGeom prst="ellipse">
                  <a:avLst/>
                </a:prstGeom>
                <a:gradFill>
                  <a:gsLst>
                    <a:gs pos="0">
                      <a:srgbClr val="FDFFDB"/>
                    </a:gs>
                    <a:gs pos="32000">
                      <a:srgbClr val="FDFFDB"/>
                    </a:gs>
                    <a:gs pos="44000">
                      <a:srgbClr val="E0EB9B"/>
                    </a:gs>
                    <a:gs pos="62000">
                      <a:srgbClr val="BF9000"/>
                    </a:gs>
                    <a:gs pos="69000">
                      <a:srgbClr val="BDF262"/>
                    </a:gs>
                    <a:gs pos="73000">
                      <a:srgbClr val="83FF00"/>
                    </a:gs>
                    <a:gs pos="100000">
                      <a:srgbClr val="83FF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600"/>
                    <a:buFont typeface="Calibri"/>
                    <a:buNone/>
                  </a:pPr>
                  <a:r>
                    <a:t/>
                  </a:r>
                  <a:endParaRPr b="0" i="0" sz="600" u="none" cap="none" strike="noStrike">
                    <a:solidFill>
                      <a:srgbClr val="000000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endParaRPr>
                </a:p>
              </p:txBody>
            </p:sp>
            <p:sp>
              <p:nvSpPr>
                <p:cNvPr id="199" name="Google Shape;199;p7"/>
                <p:cNvSpPr/>
                <p:nvPr/>
              </p:nvSpPr>
              <p:spPr>
                <a:xfrm>
                  <a:off x="22607270" y="34361260"/>
                  <a:ext cx="1254430" cy="1235794"/>
                </a:xfrm>
                <a:prstGeom prst="ellipse">
                  <a:avLst/>
                </a:prstGeom>
                <a:gradFill>
                  <a:gsLst>
                    <a:gs pos="0">
                      <a:srgbClr val="991601"/>
                    </a:gs>
                    <a:gs pos="15000">
                      <a:srgbClr val="991601"/>
                    </a:gs>
                    <a:gs pos="21000">
                      <a:srgbClr val="BC684D"/>
                    </a:gs>
                    <a:gs pos="37000">
                      <a:srgbClr val="D1B47A"/>
                    </a:gs>
                    <a:gs pos="38000">
                      <a:srgbClr val="E0EB9B"/>
                    </a:gs>
                    <a:gs pos="62000">
                      <a:srgbClr val="B4B447"/>
                    </a:gs>
                    <a:gs pos="76000">
                      <a:srgbClr val="BDF262"/>
                    </a:gs>
                    <a:gs pos="84000">
                      <a:srgbClr val="83FF00"/>
                    </a:gs>
                    <a:gs pos="100000">
                      <a:srgbClr val="83FF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6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7"/>
                <p:cNvSpPr/>
                <p:nvPr/>
              </p:nvSpPr>
              <p:spPr>
                <a:xfrm>
                  <a:off x="22852193" y="34596877"/>
                  <a:ext cx="764581" cy="764561"/>
                </a:xfrm>
                <a:prstGeom prst="ellipse">
                  <a:avLst/>
                </a:prstGeom>
                <a:gradFill>
                  <a:gsLst>
                    <a:gs pos="0">
                      <a:srgbClr val="791101"/>
                    </a:gs>
                    <a:gs pos="9000">
                      <a:srgbClr val="871301"/>
                    </a:gs>
                    <a:gs pos="40000">
                      <a:srgbClr val="BD1A01"/>
                    </a:gs>
                    <a:gs pos="47000">
                      <a:srgbClr val="C54B25"/>
                    </a:gs>
                    <a:gs pos="65000">
                      <a:srgbClr val="DAC881"/>
                    </a:gs>
                    <a:gs pos="69000">
                      <a:srgbClr val="D6E08B"/>
                    </a:gs>
                    <a:gs pos="100000">
                      <a:srgbClr val="BDF262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600"/>
                    <a:buFont typeface="Calibri"/>
                    <a:buNone/>
                  </a:pPr>
                  <a:r>
                    <a:t/>
                  </a:r>
                  <a:endParaRPr b="0" i="0" sz="600" u="none" cap="none" strike="noStrike">
                    <a:solidFill>
                      <a:srgbClr val="000000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endParaRPr>
                </a:p>
              </p:txBody>
            </p:sp>
          </p:grpSp>
          <p:sp>
            <p:nvSpPr>
              <p:cNvPr id="201" name="Google Shape;201;p7"/>
              <p:cNvSpPr/>
              <p:nvPr/>
            </p:nvSpPr>
            <p:spPr>
              <a:xfrm>
                <a:off x="27515772" y="24813451"/>
                <a:ext cx="229249" cy="231110"/>
              </a:xfrm>
              <a:prstGeom prst="donut">
                <a:avLst>
                  <a:gd fmla="val 12875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00"/>
                  <a:buFont typeface="Calibri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202" name="Google Shape;202;p7"/>
              <p:cNvSpPr/>
              <p:nvPr/>
            </p:nvSpPr>
            <p:spPr>
              <a:xfrm>
                <a:off x="26876115" y="24813186"/>
                <a:ext cx="229249" cy="231110"/>
              </a:xfrm>
              <a:prstGeom prst="donut">
                <a:avLst>
                  <a:gd fmla="val 12875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00"/>
                  <a:buFont typeface="Calibri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203" name="Google Shape;203;p7"/>
              <p:cNvSpPr/>
              <p:nvPr/>
            </p:nvSpPr>
            <p:spPr>
              <a:xfrm>
                <a:off x="27093351" y="24812140"/>
                <a:ext cx="229249" cy="231110"/>
              </a:xfrm>
              <a:prstGeom prst="donut">
                <a:avLst>
                  <a:gd fmla="val 12875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00"/>
                  <a:buFont typeface="Calibri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  <p:sp>
            <p:nvSpPr>
              <p:cNvPr id="204" name="Google Shape;204;p7"/>
              <p:cNvSpPr/>
              <p:nvPr/>
            </p:nvSpPr>
            <p:spPr>
              <a:xfrm>
                <a:off x="27299507" y="24813451"/>
                <a:ext cx="229249" cy="231110"/>
              </a:xfrm>
              <a:prstGeom prst="donut">
                <a:avLst>
                  <a:gd fmla="val 12875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600"/>
                  <a:buFont typeface="Calibri"/>
                  <a:buNone/>
                </a:pPr>
                <a:r>
                  <a:t/>
                </a:r>
                <a:endParaRPr b="0" i="0" sz="600" u="none" cap="none" strike="noStrike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endParaRPr>
              </a:p>
            </p:txBody>
          </p:sp>
        </p:grpSp>
        <p:sp>
          <p:nvSpPr>
            <p:cNvPr id="205" name="Google Shape;205;p7"/>
            <p:cNvSpPr txBox="1"/>
            <p:nvPr/>
          </p:nvSpPr>
          <p:spPr>
            <a:xfrm>
              <a:off x="26892094" y="25013912"/>
              <a:ext cx="4320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R1</a:t>
              </a:r>
              <a:endParaRPr/>
            </a:p>
          </p:txBody>
        </p:sp>
        <p:sp>
          <p:nvSpPr>
            <p:cNvPr id="206" name="Google Shape;206;p7"/>
            <p:cNvSpPr txBox="1"/>
            <p:nvPr/>
          </p:nvSpPr>
          <p:spPr>
            <a:xfrm>
              <a:off x="27108118" y="25016588"/>
              <a:ext cx="4320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R2</a:t>
              </a:r>
              <a:endParaRPr/>
            </a:p>
          </p:txBody>
        </p:sp>
        <p:sp>
          <p:nvSpPr>
            <p:cNvPr id="207" name="Google Shape;207;p7"/>
            <p:cNvSpPr txBox="1"/>
            <p:nvPr/>
          </p:nvSpPr>
          <p:spPr>
            <a:xfrm>
              <a:off x="27305535" y="25013158"/>
              <a:ext cx="4320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R3</a:t>
              </a:r>
              <a:endParaRPr/>
            </a:p>
          </p:txBody>
        </p:sp>
        <p:sp>
          <p:nvSpPr>
            <p:cNvPr id="208" name="Google Shape;208;p7"/>
            <p:cNvSpPr txBox="1"/>
            <p:nvPr/>
          </p:nvSpPr>
          <p:spPr>
            <a:xfrm>
              <a:off x="27496425" y="25013158"/>
              <a:ext cx="4320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R4</a:t>
              </a:r>
              <a:endParaRPr/>
            </a:p>
          </p:txBody>
        </p:sp>
      </p:grpSp>
      <p:sp>
        <p:nvSpPr>
          <p:cNvPr id="209" name="Google Shape;209;p7"/>
          <p:cNvSpPr txBox="1"/>
          <p:nvPr/>
        </p:nvSpPr>
        <p:spPr>
          <a:xfrm>
            <a:off x="2284833" y="2775908"/>
            <a:ext cx="11999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proA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fhlDC</a:t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2280010" y="5346973"/>
            <a:ext cx="11999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baseline="-25000"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fhlDC</a:t>
            </a:r>
            <a:endParaRPr/>
          </a:p>
        </p:txBody>
      </p:sp>
      <p:cxnSp>
        <p:nvCxnSpPr>
          <p:cNvPr id="211" name="Google Shape;211;p7"/>
          <p:cNvCxnSpPr/>
          <p:nvPr/>
        </p:nvCxnSpPr>
        <p:spPr>
          <a:xfrm flipH="1" rot="10800000">
            <a:off x="4586903" y="3920322"/>
            <a:ext cx="576000" cy="365400"/>
          </a:xfrm>
          <a:prstGeom prst="curvedConnector2">
            <a:avLst/>
          </a:prstGeom>
          <a:solidFill>
            <a:schemeClr val="accen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12" name="Google Shape;2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5834" y="762467"/>
            <a:ext cx="2311132" cy="2272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7"/>
          <p:cNvGrpSpPr/>
          <p:nvPr/>
        </p:nvGrpSpPr>
        <p:grpSpPr>
          <a:xfrm>
            <a:off x="2226878" y="880597"/>
            <a:ext cx="1199914" cy="1844907"/>
            <a:chOff x="1285640" y="1225296"/>
            <a:chExt cx="2370739" cy="3652111"/>
          </a:xfrm>
        </p:grpSpPr>
        <p:sp>
          <p:nvSpPr>
            <p:cNvPr id="214" name="Google Shape;214;p7"/>
            <p:cNvSpPr/>
            <p:nvPr/>
          </p:nvSpPr>
          <p:spPr>
            <a:xfrm>
              <a:off x="1285640" y="1225296"/>
              <a:ext cx="2370739" cy="3652111"/>
            </a:xfrm>
            <a:custGeom>
              <a:rect b="b" l="l" r="r" t="t"/>
              <a:pathLst>
                <a:path extrusionOk="0" h="3652111" w="2370739">
                  <a:moveTo>
                    <a:pt x="1182974" y="0"/>
                  </a:moveTo>
                  <a:cubicBezTo>
                    <a:pt x="1458204" y="0"/>
                    <a:pt x="1681322" y="55268"/>
                    <a:pt x="1681322" y="123444"/>
                  </a:cubicBezTo>
                  <a:cubicBezTo>
                    <a:pt x="1681322" y="140488"/>
                    <a:pt x="1667377" y="156725"/>
                    <a:pt x="1642159" y="171494"/>
                  </a:cubicBezTo>
                  <a:lnTo>
                    <a:pt x="1617314" y="182833"/>
                  </a:lnTo>
                  <a:lnTo>
                    <a:pt x="1617314" y="1197864"/>
                  </a:lnTo>
                  <a:lnTo>
                    <a:pt x="1621871" y="1197864"/>
                  </a:lnTo>
                  <a:lnTo>
                    <a:pt x="2370739" y="3200400"/>
                  </a:lnTo>
                  <a:lnTo>
                    <a:pt x="2363309" y="3200400"/>
                  </a:lnTo>
                  <a:lnTo>
                    <a:pt x="2365950" y="3219524"/>
                  </a:lnTo>
                  <a:cubicBezTo>
                    <a:pt x="2365950" y="3458435"/>
                    <a:pt x="1836314" y="3652111"/>
                    <a:pt x="1182975" y="3652111"/>
                  </a:cubicBezTo>
                  <a:cubicBezTo>
                    <a:pt x="529636" y="3652111"/>
                    <a:pt x="0" y="3458435"/>
                    <a:pt x="0" y="3219524"/>
                  </a:cubicBezTo>
                  <a:cubicBezTo>
                    <a:pt x="0" y="3189660"/>
                    <a:pt x="8276" y="3160503"/>
                    <a:pt x="24034" y="3132343"/>
                  </a:cubicBezTo>
                  <a:lnTo>
                    <a:pt x="33639" y="3118683"/>
                  </a:lnTo>
                  <a:lnTo>
                    <a:pt x="751948" y="1197864"/>
                  </a:lnTo>
                  <a:lnTo>
                    <a:pt x="748634" y="1197864"/>
                  </a:lnTo>
                  <a:lnTo>
                    <a:pt x="748634" y="182833"/>
                  </a:lnTo>
                  <a:lnTo>
                    <a:pt x="723789" y="171494"/>
                  </a:lnTo>
                  <a:cubicBezTo>
                    <a:pt x="698571" y="156725"/>
                    <a:pt x="684626" y="140488"/>
                    <a:pt x="684626" y="123444"/>
                  </a:cubicBezTo>
                  <a:cubicBezTo>
                    <a:pt x="684626" y="55268"/>
                    <a:pt x="907744" y="0"/>
                    <a:pt x="1182974" y="0"/>
                  </a:cubicBezTo>
                  <a:close/>
                </a:path>
              </a:pathLst>
            </a:custGeom>
            <a:solidFill>
              <a:srgbClr val="D8D8D8">
                <a:alpha val="40000"/>
              </a:srgbClr>
            </a:soli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1391829" y="3667778"/>
              <a:ext cx="2164621" cy="1138891"/>
            </a:xfrm>
            <a:custGeom>
              <a:rect b="b" l="l" r="r" t="t"/>
              <a:pathLst>
                <a:path extrusionOk="0" h="1236177" w="2213657">
                  <a:moveTo>
                    <a:pt x="1118553" y="0"/>
                  </a:moveTo>
                  <a:cubicBezTo>
                    <a:pt x="1408444" y="0"/>
                    <a:pt x="1668319" y="50628"/>
                    <a:pt x="1844309" y="130663"/>
                  </a:cubicBezTo>
                  <a:lnTo>
                    <a:pt x="1889857" y="155272"/>
                  </a:lnTo>
                  <a:lnTo>
                    <a:pt x="1941645" y="177335"/>
                  </a:lnTo>
                  <a:cubicBezTo>
                    <a:pt x="1975048" y="195666"/>
                    <a:pt x="2004305" y="220243"/>
                    <a:pt x="2028012" y="249342"/>
                  </a:cubicBezTo>
                  <a:lnTo>
                    <a:pt x="2049499" y="289486"/>
                  </a:lnTo>
                  <a:lnTo>
                    <a:pt x="2058861" y="301903"/>
                  </a:lnTo>
                  <a:lnTo>
                    <a:pt x="2061349" y="311625"/>
                  </a:lnTo>
                  <a:lnTo>
                    <a:pt x="2061457" y="311826"/>
                  </a:lnTo>
                  <a:lnTo>
                    <a:pt x="2083897" y="346158"/>
                  </a:lnTo>
                  <a:cubicBezTo>
                    <a:pt x="2093469" y="364554"/>
                    <a:pt x="2101340" y="384183"/>
                    <a:pt x="2107252" y="404902"/>
                  </a:cubicBezTo>
                  <a:lnTo>
                    <a:pt x="2146820" y="543579"/>
                  </a:lnTo>
                  <a:lnTo>
                    <a:pt x="2194511" y="673704"/>
                  </a:lnTo>
                  <a:cubicBezTo>
                    <a:pt x="2209340" y="714163"/>
                    <a:pt x="2215267" y="755712"/>
                    <a:pt x="2213288" y="796205"/>
                  </a:cubicBezTo>
                  <a:lnTo>
                    <a:pt x="2209729" y="810629"/>
                  </a:lnTo>
                  <a:lnTo>
                    <a:pt x="2208815" y="850250"/>
                  </a:lnTo>
                  <a:lnTo>
                    <a:pt x="2186682" y="918111"/>
                  </a:lnTo>
                  <a:lnTo>
                    <a:pt x="2186479" y="942918"/>
                  </a:lnTo>
                  <a:lnTo>
                    <a:pt x="2170368" y="970640"/>
                  </a:lnTo>
                  <a:lnTo>
                    <a:pt x="2169228" y="974268"/>
                  </a:lnTo>
                  <a:lnTo>
                    <a:pt x="2152489" y="991919"/>
                  </a:lnTo>
                  <a:lnTo>
                    <a:pt x="2137756" y="1013316"/>
                  </a:lnTo>
                  <a:cubicBezTo>
                    <a:pt x="2099090" y="1059343"/>
                    <a:pt x="2046738" y="1094713"/>
                    <a:pt x="1984582" y="1112448"/>
                  </a:cubicBezTo>
                  <a:lnTo>
                    <a:pt x="1941722" y="1120135"/>
                  </a:lnTo>
                  <a:lnTo>
                    <a:pt x="1927690" y="1126051"/>
                  </a:lnTo>
                  <a:cubicBezTo>
                    <a:pt x="1729066" y="1196206"/>
                    <a:pt x="1435212" y="1239040"/>
                    <a:pt x="1106950" y="1236028"/>
                  </a:cubicBezTo>
                  <a:cubicBezTo>
                    <a:pt x="844340" y="1233617"/>
                    <a:pt x="603216" y="1202266"/>
                    <a:pt x="414899" y="1152029"/>
                  </a:cubicBezTo>
                  <a:lnTo>
                    <a:pt x="311637" y="1119624"/>
                  </a:lnTo>
                  <a:lnTo>
                    <a:pt x="308219" y="1119716"/>
                  </a:lnTo>
                  <a:lnTo>
                    <a:pt x="288050" y="1112224"/>
                  </a:lnTo>
                  <a:lnTo>
                    <a:pt x="284052" y="1110969"/>
                  </a:lnTo>
                  <a:lnTo>
                    <a:pt x="213291" y="1081369"/>
                  </a:lnTo>
                  <a:lnTo>
                    <a:pt x="192402" y="1075121"/>
                  </a:lnTo>
                  <a:lnTo>
                    <a:pt x="192403" y="1075121"/>
                  </a:lnTo>
                  <a:cubicBezTo>
                    <a:pt x="172567" y="1066941"/>
                    <a:pt x="154028" y="1056944"/>
                    <a:pt x="136901" y="1045403"/>
                  </a:cubicBezTo>
                  <a:lnTo>
                    <a:pt x="97804" y="1012996"/>
                  </a:lnTo>
                  <a:lnTo>
                    <a:pt x="77257" y="997575"/>
                  </a:lnTo>
                  <a:cubicBezTo>
                    <a:pt x="61914" y="983647"/>
                    <a:pt x="49322" y="969342"/>
                    <a:pt x="39687" y="954727"/>
                  </a:cubicBezTo>
                  <a:lnTo>
                    <a:pt x="37497" y="948096"/>
                  </a:lnTo>
                  <a:lnTo>
                    <a:pt x="23645" y="925711"/>
                  </a:lnTo>
                  <a:lnTo>
                    <a:pt x="17475" y="887491"/>
                  </a:lnTo>
                  <a:lnTo>
                    <a:pt x="16978" y="885991"/>
                  </a:lnTo>
                  <a:lnTo>
                    <a:pt x="17824" y="883293"/>
                  </a:lnTo>
                  <a:lnTo>
                    <a:pt x="18453" y="880454"/>
                  </a:lnTo>
                  <a:lnTo>
                    <a:pt x="12" y="790450"/>
                  </a:lnTo>
                  <a:cubicBezTo>
                    <a:pt x="-353" y="750077"/>
                    <a:pt x="7192" y="708966"/>
                    <a:pt x="23552" y="669293"/>
                  </a:cubicBezTo>
                  <a:lnTo>
                    <a:pt x="155450" y="349435"/>
                  </a:lnTo>
                  <a:lnTo>
                    <a:pt x="175814" y="311405"/>
                  </a:lnTo>
                  <a:lnTo>
                    <a:pt x="178245" y="301903"/>
                  </a:lnTo>
                  <a:cubicBezTo>
                    <a:pt x="189433" y="280366"/>
                    <a:pt x="205268" y="259496"/>
                    <a:pt x="225321" y="239463"/>
                  </a:cubicBezTo>
                  <a:lnTo>
                    <a:pt x="254695" y="216160"/>
                  </a:lnTo>
                  <a:lnTo>
                    <a:pt x="259446" y="211350"/>
                  </a:lnTo>
                  <a:lnTo>
                    <a:pt x="268862" y="204921"/>
                  </a:lnTo>
                  <a:lnTo>
                    <a:pt x="297700" y="182044"/>
                  </a:lnTo>
                  <a:cubicBezTo>
                    <a:pt x="466038" y="72904"/>
                    <a:pt x="770684" y="0"/>
                    <a:pt x="1118553" y="0"/>
                  </a:cubicBezTo>
                  <a:close/>
                </a:path>
              </a:pathLst>
            </a:custGeom>
            <a:solidFill>
              <a:srgbClr val="FFD67A"/>
            </a:solidFill>
            <a:ln cap="flat" cmpd="sng" w="22225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1549625" y="3667778"/>
              <a:ext cx="1873306" cy="649223"/>
            </a:xfrm>
            <a:prstGeom prst="ellipse">
              <a:avLst/>
            </a:prstGeom>
            <a:solidFill>
              <a:srgbClr val="BFBFBF">
                <a:alpha val="42745"/>
              </a:srgbClr>
            </a:solidFill>
            <a:ln cap="flat" cmpd="sng" w="12700">
              <a:solidFill>
                <a:srgbClr val="7B3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2058535" y="1265052"/>
              <a:ext cx="824948" cy="179832"/>
            </a:xfrm>
            <a:prstGeom prst="ellipse">
              <a:avLst/>
            </a:prstGeom>
            <a:solidFill>
              <a:srgbClr val="D8D8D8">
                <a:alpha val="40000"/>
              </a:srgbClr>
            </a:solidFill>
            <a:ln cap="flat" cmpd="sng" w="12700">
              <a:solidFill>
                <a:srgbClr val="F5F7F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8" name="Google Shape;218;p7"/>
          <p:cNvCxnSpPr/>
          <p:nvPr/>
        </p:nvCxnSpPr>
        <p:spPr>
          <a:xfrm flipH="1" rot="10800000">
            <a:off x="2970469" y="1553046"/>
            <a:ext cx="636978" cy="79641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219" name="Google Shape;219;p7"/>
          <p:cNvCxnSpPr>
            <a:endCxn id="90" idx="4"/>
          </p:cNvCxnSpPr>
          <p:nvPr/>
        </p:nvCxnSpPr>
        <p:spPr>
          <a:xfrm>
            <a:off x="2990749" y="2376785"/>
            <a:ext cx="1023000" cy="14550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lgDash"/>
            <a:miter lim="800000"/>
            <a:headEnd len="sm" w="sm" type="none"/>
            <a:tailEnd len="sm" w="sm" type="none"/>
          </a:ln>
        </p:spPr>
      </p:cxnSp>
      <p:grpSp>
        <p:nvGrpSpPr>
          <p:cNvPr id="220" name="Google Shape;220;p7"/>
          <p:cNvGrpSpPr/>
          <p:nvPr/>
        </p:nvGrpSpPr>
        <p:grpSpPr>
          <a:xfrm>
            <a:off x="2226878" y="3473034"/>
            <a:ext cx="1199914" cy="1844907"/>
            <a:chOff x="1285640" y="1225296"/>
            <a:chExt cx="2370739" cy="3652111"/>
          </a:xfrm>
        </p:grpSpPr>
        <p:sp>
          <p:nvSpPr>
            <p:cNvPr id="221" name="Google Shape;221;p7"/>
            <p:cNvSpPr/>
            <p:nvPr/>
          </p:nvSpPr>
          <p:spPr>
            <a:xfrm>
              <a:off x="1285640" y="1225296"/>
              <a:ext cx="2370739" cy="3652111"/>
            </a:xfrm>
            <a:custGeom>
              <a:rect b="b" l="l" r="r" t="t"/>
              <a:pathLst>
                <a:path extrusionOk="0" h="3652111" w="2370739">
                  <a:moveTo>
                    <a:pt x="1182974" y="0"/>
                  </a:moveTo>
                  <a:cubicBezTo>
                    <a:pt x="1458204" y="0"/>
                    <a:pt x="1681322" y="55268"/>
                    <a:pt x="1681322" y="123444"/>
                  </a:cubicBezTo>
                  <a:cubicBezTo>
                    <a:pt x="1681322" y="140488"/>
                    <a:pt x="1667377" y="156725"/>
                    <a:pt x="1642159" y="171494"/>
                  </a:cubicBezTo>
                  <a:lnTo>
                    <a:pt x="1617314" y="182833"/>
                  </a:lnTo>
                  <a:lnTo>
                    <a:pt x="1617314" y="1197864"/>
                  </a:lnTo>
                  <a:lnTo>
                    <a:pt x="1621871" y="1197864"/>
                  </a:lnTo>
                  <a:lnTo>
                    <a:pt x="2370739" y="3200400"/>
                  </a:lnTo>
                  <a:lnTo>
                    <a:pt x="2363309" y="3200400"/>
                  </a:lnTo>
                  <a:lnTo>
                    <a:pt x="2365950" y="3219524"/>
                  </a:lnTo>
                  <a:cubicBezTo>
                    <a:pt x="2365950" y="3458435"/>
                    <a:pt x="1836314" y="3652111"/>
                    <a:pt x="1182975" y="3652111"/>
                  </a:cubicBezTo>
                  <a:cubicBezTo>
                    <a:pt x="529636" y="3652111"/>
                    <a:pt x="0" y="3458435"/>
                    <a:pt x="0" y="3219524"/>
                  </a:cubicBezTo>
                  <a:cubicBezTo>
                    <a:pt x="0" y="3189660"/>
                    <a:pt x="8276" y="3160503"/>
                    <a:pt x="24034" y="3132343"/>
                  </a:cubicBezTo>
                  <a:lnTo>
                    <a:pt x="33639" y="3118683"/>
                  </a:lnTo>
                  <a:lnTo>
                    <a:pt x="751948" y="1197864"/>
                  </a:lnTo>
                  <a:lnTo>
                    <a:pt x="748634" y="1197864"/>
                  </a:lnTo>
                  <a:lnTo>
                    <a:pt x="748634" y="182833"/>
                  </a:lnTo>
                  <a:lnTo>
                    <a:pt x="723789" y="171494"/>
                  </a:lnTo>
                  <a:cubicBezTo>
                    <a:pt x="698571" y="156725"/>
                    <a:pt x="684626" y="140488"/>
                    <a:pt x="684626" y="123444"/>
                  </a:cubicBezTo>
                  <a:cubicBezTo>
                    <a:pt x="684626" y="55268"/>
                    <a:pt x="907744" y="0"/>
                    <a:pt x="1182974" y="0"/>
                  </a:cubicBezTo>
                  <a:close/>
                </a:path>
              </a:pathLst>
            </a:custGeom>
            <a:solidFill>
              <a:srgbClr val="D8D8D8">
                <a:alpha val="40000"/>
              </a:srgbClr>
            </a:soli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1391829" y="3667778"/>
              <a:ext cx="2164621" cy="1138891"/>
            </a:xfrm>
            <a:custGeom>
              <a:rect b="b" l="l" r="r" t="t"/>
              <a:pathLst>
                <a:path extrusionOk="0" h="1236177" w="2213657">
                  <a:moveTo>
                    <a:pt x="1118553" y="0"/>
                  </a:moveTo>
                  <a:cubicBezTo>
                    <a:pt x="1408444" y="0"/>
                    <a:pt x="1668319" y="50628"/>
                    <a:pt x="1844309" y="130663"/>
                  </a:cubicBezTo>
                  <a:lnTo>
                    <a:pt x="1889857" y="155272"/>
                  </a:lnTo>
                  <a:lnTo>
                    <a:pt x="1941645" y="177335"/>
                  </a:lnTo>
                  <a:cubicBezTo>
                    <a:pt x="1975048" y="195666"/>
                    <a:pt x="2004305" y="220243"/>
                    <a:pt x="2028012" y="249342"/>
                  </a:cubicBezTo>
                  <a:lnTo>
                    <a:pt x="2049499" y="289486"/>
                  </a:lnTo>
                  <a:lnTo>
                    <a:pt x="2058861" y="301903"/>
                  </a:lnTo>
                  <a:lnTo>
                    <a:pt x="2061349" y="311625"/>
                  </a:lnTo>
                  <a:lnTo>
                    <a:pt x="2061457" y="311826"/>
                  </a:lnTo>
                  <a:lnTo>
                    <a:pt x="2083897" y="346158"/>
                  </a:lnTo>
                  <a:cubicBezTo>
                    <a:pt x="2093469" y="364554"/>
                    <a:pt x="2101340" y="384183"/>
                    <a:pt x="2107252" y="404902"/>
                  </a:cubicBezTo>
                  <a:lnTo>
                    <a:pt x="2146820" y="543579"/>
                  </a:lnTo>
                  <a:lnTo>
                    <a:pt x="2194511" y="673704"/>
                  </a:lnTo>
                  <a:cubicBezTo>
                    <a:pt x="2209340" y="714163"/>
                    <a:pt x="2215267" y="755712"/>
                    <a:pt x="2213288" y="796205"/>
                  </a:cubicBezTo>
                  <a:lnTo>
                    <a:pt x="2209729" y="810629"/>
                  </a:lnTo>
                  <a:lnTo>
                    <a:pt x="2208815" y="850250"/>
                  </a:lnTo>
                  <a:lnTo>
                    <a:pt x="2186682" y="918111"/>
                  </a:lnTo>
                  <a:lnTo>
                    <a:pt x="2186479" y="942918"/>
                  </a:lnTo>
                  <a:lnTo>
                    <a:pt x="2170368" y="970640"/>
                  </a:lnTo>
                  <a:lnTo>
                    <a:pt x="2169228" y="974268"/>
                  </a:lnTo>
                  <a:lnTo>
                    <a:pt x="2152489" y="991919"/>
                  </a:lnTo>
                  <a:lnTo>
                    <a:pt x="2137756" y="1013316"/>
                  </a:lnTo>
                  <a:cubicBezTo>
                    <a:pt x="2099090" y="1059343"/>
                    <a:pt x="2046738" y="1094713"/>
                    <a:pt x="1984582" y="1112448"/>
                  </a:cubicBezTo>
                  <a:lnTo>
                    <a:pt x="1941722" y="1120135"/>
                  </a:lnTo>
                  <a:lnTo>
                    <a:pt x="1927690" y="1126051"/>
                  </a:lnTo>
                  <a:cubicBezTo>
                    <a:pt x="1729066" y="1196206"/>
                    <a:pt x="1435212" y="1239040"/>
                    <a:pt x="1106950" y="1236028"/>
                  </a:cubicBezTo>
                  <a:cubicBezTo>
                    <a:pt x="844340" y="1233617"/>
                    <a:pt x="603216" y="1202266"/>
                    <a:pt x="414899" y="1152029"/>
                  </a:cubicBezTo>
                  <a:lnTo>
                    <a:pt x="311637" y="1119624"/>
                  </a:lnTo>
                  <a:lnTo>
                    <a:pt x="308219" y="1119716"/>
                  </a:lnTo>
                  <a:lnTo>
                    <a:pt x="288050" y="1112224"/>
                  </a:lnTo>
                  <a:lnTo>
                    <a:pt x="284052" y="1110969"/>
                  </a:lnTo>
                  <a:lnTo>
                    <a:pt x="213291" y="1081369"/>
                  </a:lnTo>
                  <a:lnTo>
                    <a:pt x="192402" y="1075121"/>
                  </a:lnTo>
                  <a:lnTo>
                    <a:pt x="192403" y="1075121"/>
                  </a:lnTo>
                  <a:cubicBezTo>
                    <a:pt x="172567" y="1066941"/>
                    <a:pt x="154028" y="1056944"/>
                    <a:pt x="136901" y="1045403"/>
                  </a:cubicBezTo>
                  <a:lnTo>
                    <a:pt x="97804" y="1012996"/>
                  </a:lnTo>
                  <a:lnTo>
                    <a:pt x="77257" y="997575"/>
                  </a:lnTo>
                  <a:cubicBezTo>
                    <a:pt x="61914" y="983647"/>
                    <a:pt x="49322" y="969342"/>
                    <a:pt x="39687" y="954727"/>
                  </a:cubicBezTo>
                  <a:lnTo>
                    <a:pt x="37497" y="948096"/>
                  </a:lnTo>
                  <a:lnTo>
                    <a:pt x="23645" y="925711"/>
                  </a:lnTo>
                  <a:lnTo>
                    <a:pt x="17475" y="887491"/>
                  </a:lnTo>
                  <a:lnTo>
                    <a:pt x="16978" y="885991"/>
                  </a:lnTo>
                  <a:lnTo>
                    <a:pt x="17824" y="883293"/>
                  </a:lnTo>
                  <a:lnTo>
                    <a:pt x="18453" y="880454"/>
                  </a:lnTo>
                  <a:lnTo>
                    <a:pt x="12" y="790450"/>
                  </a:lnTo>
                  <a:cubicBezTo>
                    <a:pt x="-353" y="750077"/>
                    <a:pt x="7192" y="708966"/>
                    <a:pt x="23552" y="669293"/>
                  </a:cubicBezTo>
                  <a:lnTo>
                    <a:pt x="155450" y="349435"/>
                  </a:lnTo>
                  <a:lnTo>
                    <a:pt x="175814" y="311405"/>
                  </a:lnTo>
                  <a:lnTo>
                    <a:pt x="178245" y="301903"/>
                  </a:lnTo>
                  <a:cubicBezTo>
                    <a:pt x="189433" y="280366"/>
                    <a:pt x="205268" y="259496"/>
                    <a:pt x="225321" y="239463"/>
                  </a:cubicBezTo>
                  <a:lnTo>
                    <a:pt x="254695" y="216160"/>
                  </a:lnTo>
                  <a:lnTo>
                    <a:pt x="259446" y="211350"/>
                  </a:lnTo>
                  <a:lnTo>
                    <a:pt x="268862" y="204921"/>
                  </a:lnTo>
                  <a:lnTo>
                    <a:pt x="297700" y="182044"/>
                  </a:lnTo>
                  <a:cubicBezTo>
                    <a:pt x="466038" y="72904"/>
                    <a:pt x="770684" y="0"/>
                    <a:pt x="1118553" y="0"/>
                  </a:cubicBezTo>
                  <a:close/>
                </a:path>
              </a:pathLst>
            </a:custGeom>
            <a:solidFill>
              <a:srgbClr val="FFD67A"/>
            </a:solidFill>
            <a:ln cap="flat" cmpd="sng" w="22225">
              <a:solidFill>
                <a:srgbClr val="7F6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1549625" y="3667778"/>
              <a:ext cx="1873306" cy="649223"/>
            </a:xfrm>
            <a:prstGeom prst="ellipse">
              <a:avLst/>
            </a:prstGeom>
            <a:solidFill>
              <a:srgbClr val="BFBFBF">
                <a:alpha val="42745"/>
              </a:srgbClr>
            </a:solidFill>
            <a:ln cap="flat" cmpd="sng" w="12700">
              <a:solidFill>
                <a:srgbClr val="7B3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2058535" y="1265052"/>
              <a:ext cx="824948" cy="179832"/>
            </a:xfrm>
            <a:prstGeom prst="ellipse">
              <a:avLst/>
            </a:prstGeom>
            <a:solidFill>
              <a:srgbClr val="D8D8D8">
                <a:alpha val="40000"/>
              </a:srgbClr>
            </a:solidFill>
            <a:ln cap="flat" cmpd="sng" w="12700">
              <a:solidFill>
                <a:srgbClr val="F5F7F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5" name="Google Shape;225;p7"/>
          <p:cNvCxnSpPr/>
          <p:nvPr/>
        </p:nvCxnSpPr>
        <p:spPr>
          <a:xfrm>
            <a:off x="4618232" y="2017854"/>
            <a:ext cx="576000" cy="365700"/>
          </a:xfrm>
          <a:prstGeom prst="curvedConnector2">
            <a:avLst/>
          </a:prstGeom>
          <a:solidFill>
            <a:schemeClr val="accen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" name="Google Shape;226;p7"/>
          <p:cNvCxnSpPr/>
          <p:nvPr/>
        </p:nvCxnSpPr>
        <p:spPr>
          <a:xfrm flipH="1">
            <a:off x="8458221" y="3146307"/>
            <a:ext cx="3179" cy="1104999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7" name="Google Shape;227;p7"/>
          <p:cNvCxnSpPr/>
          <p:nvPr/>
        </p:nvCxnSpPr>
        <p:spPr>
          <a:xfrm flipH="1" rot="10800000">
            <a:off x="3005289" y="3879581"/>
            <a:ext cx="447099" cy="1060845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228" name="Google Shape;228;p7"/>
          <p:cNvCxnSpPr/>
          <p:nvPr/>
        </p:nvCxnSpPr>
        <p:spPr>
          <a:xfrm flipH="1" rot="10800000">
            <a:off x="3001477" y="4637011"/>
            <a:ext cx="1196134" cy="321471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229" name="Google Shape;229;p7"/>
          <p:cNvCxnSpPr/>
          <p:nvPr/>
        </p:nvCxnSpPr>
        <p:spPr>
          <a:xfrm flipH="1" rot="10800000">
            <a:off x="6353270" y="1670643"/>
            <a:ext cx="777020" cy="48754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2025-05-14T11:38:47Z</dcterms:created>
  <dc:creator>Maria Jose Giralt</dc:creator>
</cp:coreProperties>
</file>